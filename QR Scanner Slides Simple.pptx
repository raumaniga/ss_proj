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SCANNER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337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tạo &amp; quét mã QR / Barcode trên Android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 chóng · Riêng tư · Không cần Internet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môn học  |  Java · Android Studio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thiệu sản phẩm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7899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 là ứng dụng Android giúp người dùng tạo và đọc mã QR / mã vạch ngay trên thiết bị — xử lý hoàn toàn offline, không phụ thuộc máy chủ hay kết nối mạng.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 chóng — xử lý và giải mã tức thời trên thiết bị, không có độ trễ mạng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Riêng tư — dữ liệu quét/tạo mã được lưu cục bộ, không gửi lên máy chủ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offline — không cần Internet để tạo mã, quét mã hay xem lịch sử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tảng: Android (Java)  ·  Thư viện lõi: ZXing / zxing-android-embedded  ·  Lưu trữ: SQLite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 — Đồ án môn học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Cấu trúc dự án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theo mô hình MVVM, phân tách rõ 3 tầng: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789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LAYER (Activity · ViewModel)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134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HomeActivity, QRGeneratorActivity, CameraScannerActivity, HistoryActivity, QRDetailActivity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090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0789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LAYER (Xử lý &amp; điều phối dữ liệu)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9593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QRGeneratorRepository, QRScannerRepository, HistoryRepository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7365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0789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LAYER (Truy cập dữ liệu thô)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56052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ZXingQRCodeProvider, HistorySqliteDataSource (SQLite), MediaStoreDataSource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 — Đồ án môn học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Chức năng: Tạo mã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văn bản, liên kết hoặc dữ liệu có cấu trúc thành mã QR / mã vạch, lưu ảnh và chia sẻ ngay.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Tạo mã (đơn giản)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134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QRGeneratorActivity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trực tiếp văn bản / liên kết cần mã hoá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mã tức thời, xem trước ngay trên màn hình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ảnh mã QR vào thư viện thiết bị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nội dung hoặc chia sẻ ảnh mã QR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lưu vào Lịch sử sau khi tạo thành công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202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Tạo mã nâng cao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3134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QRFormGeneratorActivity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6 loại dữ liệu: Wifi, Danh bạ, Email, SMS, Điện thoại, Vị trí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điền biểu mẫu theo từng loại dữ liệu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hoá thành QR chuẩn, lưu lịch sử như bình thường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54864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 hỗ trợ: QR Code, EAN-13, EAN-8, UPC-A, Code128, Code39, PDF417, Data Matrix, Aztec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 — Đồ án môn học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Chức năng: Quét mã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mã QR và mã vạch qua camera trực tiếp hoặc từ ảnh có sẵn trong thư viện.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Quét bằng Camera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134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CameraScannerActivity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camera, quét mã trực tiếp theo thời gian thực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QR Code và nhiều mã vạch 1D/2D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tín hiệu âm thanh khi quét thành công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dạng: QR, EAN-13/8, UPC-A, Code128/39, PDF417, Data Matrix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202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Quét ảnh có sẵn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3134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QRScannerActivity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0" y="274320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ảnh chứa mã từ thư viện thiết bị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mã bằng ZXing MultiFormatReader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giới hạn định dạng — nhận mọi loại mã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5120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khi mã đã chụp sẵn hoặc gửi qua tin nhắn/ảnh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loại nội dung sau khi quét: liên kết được hiển thị dạng có thể bấm mở trực tiếp.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 — Đồ án môn học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Chức năng: Lịch sử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lưu lại mọi mã đã tạo hoặc quét, có thể xem lại, sao chép hoặc xoá bất kỳ lúc nào.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789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lưu — ngay sau khi tạo hoặc quét thành công một mã, ứng dụng tự động ghi vào lịch sử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danh sách — sắp xếp theo thời gian gần nhất, hiển thị nội dung rút gọn + thời gian tạo/quét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chép — mỗi mục có 2 nút: sao chép nội dung văn bản hoặc sao chép ảnh mã QR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Xoá có xác nhận — xoá từng mục hoặc xoá tất cả, luôn hiện popup xác nhận trước khi xoá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chi tiết — bấm vào 1 mục để mở màn hình chi tiết (QRDetailActivity), sao chép hoặc chia sẻ lại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 — Đồ án môn học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Chức năng: Chia sẻ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mặt ở mọi màn hình kết quả — sau khi tạo mã, sau khi quét mã, và trong màn chi tiết lịch sử.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789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Vị trí xuất hiện: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sau khi tạo mã QR thành công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sau khi quét mã QR thành công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chi tiết thông tin QR khi mở từ Lịch sử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0789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977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bấm chia sẻ, người dùng chọn 1 trong 2 hình thức: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nội dung — gửi đi phần văn bản/liên kết đã giải mã dưới dạng text thuần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ảnh mã QR — gửi đi trực tiếp file ảnh mã QR đã tạo hoặc đã quét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chọn, hệ thống mở menu chia sẻ mặc định của Android (Tin nhắn, Gmail, Zalo...) để chọn ứng dụng và người nhận.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 — Đồ án môn học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nghệ sử dụng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7899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Android SDK — minSdk 26, targetSdk 35, chuẩn Activity/ViewModel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ZXing core 3.5.3 — thư viện lõi mã hoá/giải mã QR &amp; Barcode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zxing-android-embedded — tích hợp camera quét mã sẵn UI, cấu hình linh hoạt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lưu trữ lịch sử cục bộ, thao tác qua DataSource riêng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+ LiveData — androidx.lifecycle: ViewModel &amp; LiveData quản lý trạng thái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Components — giao diện chuẩn Material Design 1.12.0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 — Đồ án môn học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92608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đã theo dõi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0" y="37033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 — github.com/nqmcl2735/QRScanner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2026-07-29T07:34:13Z</dcterms:created>
  <dcterms:modified xsi:type="dcterms:W3CDTF">2026-07-29T07:34:13Z</dcterms:modified>
</cp:coreProperties>
</file>